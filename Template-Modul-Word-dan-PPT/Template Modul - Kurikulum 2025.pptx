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Play"/>
      <p:regular r:id="rId18"/>
      <p:bold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leqN3Ow1ERXcSZncxqJLSgOM7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eb2e6b71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eb2e6b71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slide" Target="/ppt/slides/slide1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4.xml"/><Relationship Id="rId4" Type="http://schemas.openxmlformats.org/officeDocument/2006/relationships/slide" Target="/ppt/slides/slide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5.xml"/><Relationship Id="rId4" Type="http://schemas.openxmlformats.org/officeDocument/2006/relationships/slide" Target="/ppt/slides/slide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6.xml"/><Relationship Id="rId4" Type="http://schemas.openxmlformats.org/officeDocument/2006/relationships/slide" Target="/ppt/slides/slide4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7.xml"/><Relationship Id="rId4" Type="http://schemas.openxmlformats.org/officeDocument/2006/relationships/slide" Target="/ppt/slides/slide5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8.xml"/><Relationship Id="rId4" Type="http://schemas.openxmlformats.org/officeDocument/2006/relationships/slide" Target="/ppt/slides/slide6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9.xml"/><Relationship Id="rId4" Type="http://schemas.openxmlformats.org/officeDocument/2006/relationships/slide" Target="/ppt/slides/slide7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10.xml"/><Relationship Id="rId4" Type="http://schemas.openxmlformats.org/officeDocument/2006/relationships/slide" Target="/ppt/slides/slide8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11.xml"/><Relationship Id="rId4" Type="http://schemas.openxmlformats.org/officeDocument/2006/relationships/slide" Target="/ppt/slides/slide9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2.xml"/><Relationship Id="rId4" Type="http://schemas.openxmlformats.org/officeDocument/2006/relationships/slide" Target="/ppt/slides/slide10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13.xml"/><Relationship Id="rId4" Type="http://schemas.openxmlformats.org/officeDocument/2006/relationships/slide" Target="/ppt/slides/slide11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eb2e6b715_1_0"/>
          <p:cNvSpPr txBox="1"/>
          <p:nvPr>
            <p:ph type="ctrTitle"/>
          </p:nvPr>
        </p:nvSpPr>
        <p:spPr>
          <a:xfrm>
            <a:off x="1524000" y="2098988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save File menggunakan format PPTX</a:t>
            </a:r>
            <a:endParaRPr/>
          </a:p>
        </p:txBody>
      </p:sp>
      <p:sp>
        <p:nvSpPr>
          <p:cNvPr id="85" name="Google Shape;85;g37eb2e6b715_1_0"/>
          <p:cNvSpPr txBox="1"/>
          <p:nvPr>
            <p:ph idx="1" type="subTitle"/>
          </p:nvPr>
        </p:nvSpPr>
        <p:spPr>
          <a:xfrm>
            <a:off x="1524000" y="2419266"/>
            <a:ext cx="9144000" cy="44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Bapak/ibu dosen setelah selesai membuat PPT</a:t>
            </a:r>
            <a:endParaRPr/>
          </a:p>
        </p:txBody>
      </p:sp>
      <p:sp>
        <p:nvSpPr>
          <p:cNvPr id="86" name="Google Shape;86;g37eb2e6b715_1_0"/>
          <p:cNvSpPr txBox="1"/>
          <p:nvPr>
            <p:ph idx="1" type="subTitle"/>
          </p:nvPr>
        </p:nvSpPr>
        <p:spPr>
          <a:xfrm>
            <a:off x="1524000" y="4925916"/>
            <a:ext cx="9144000" cy="44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Terimakasih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3655462" y="2111652"/>
            <a:ext cx="5421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25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PROBABILITAS &amp; STATISTIK</a:t>
            </a:r>
            <a:endParaRPr b="1" i="0" sz="5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692406" y="3422644"/>
            <a:ext cx="3318096" cy="369332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Kode Mata Kuliah W3221000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3655461" y="851271"/>
            <a:ext cx="1476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MODUL KE</a:t>
            </a:r>
            <a:endParaRPr b="1"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655461" y="952809"/>
            <a:ext cx="147668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b="1" sz="6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5" name="Google Shape;95;p1"/>
          <p:cNvCxnSpPr/>
          <p:nvPr/>
        </p:nvCxnSpPr>
        <p:spPr>
          <a:xfrm>
            <a:off x="3746836" y="1927722"/>
            <a:ext cx="1124075" cy="0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"/>
          <p:cNvSpPr txBox="1"/>
          <p:nvPr/>
        </p:nvSpPr>
        <p:spPr>
          <a:xfrm>
            <a:off x="3600042" y="4239978"/>
            <a:ext cx="65439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Ekonomi dan Bisnis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00042" y="4879121"/>
            <a:ext cx="47948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Program Studi Magister Akuntasi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600042" y="4039214"/>
            <a:ext cx="654396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Fakultas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3600042" y="4687935"/>
            <a:ext cx="654396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 Studi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3257550" y="3244334"/>
            <a:ext cx="6515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3600043" y="5711628"/>
            <a:ext cx="31566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Dr. Erna Setiany, M.Si</a:t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3600042" y="5510864"/>
            <a:ext cx="298606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Nama Dosen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7010502" y="5732920"/>
            <a:ext cx="31566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Ibkar Achmad, M. Kom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7010502" y="5532156"/>
            <a:ext cx="298606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Nama Anggota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>
            <a:hlinkClick action="ppaction://hlinkshowjump?jump=nextslide"/>
          </p:cNvPr>
          <p:cNvSpPr/>
          <p:nvPr/>
        </p:nvSpPr>
        <p:spPr>
          <a:xfrm>
            <a:off x="9996563" y="4628518"/>
            <a:ext cx="1404332" cy="35230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65B151"/>
              </a:gs>
              <a:gs pos="50000">
                <a:srgbClr val="4BAD26"/>
              </a:gs>
              <a:gs pos="100000">
                <a:srgbClr val="3F9E1C"/>
              </a:gs>
            </a:gsLst>
            <a:lin ang="5400000" scaled="0"/>
          </a:gra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Pembuka</a:t>
            </a:r>
            <a:endParaRPr b="1" sz="1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6" name="Google Shape;106;p1">
            <a:hlinkClick action="ppaction://hlinksldjump" r:id="rId4"/>
          </p:cNvPr>
          <p:cNvSpPr/>
          <p:nvPr/>
        </p:nvSpPr>
        <p:spPr>
          <a:xfrm>
            <a:off x="9996563" y="5152413"/>
            <a:ext cx="1404332" cy="35230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65B151"/>
              </a:gs>
              <a:gs pos="50000">
                <a:srgbClr val="4BAD26"/>
              </a:gs>
              <a:gs pos="100000">
                <a:srgbClr val="3F9E1C"/>
              </a:gs>
            </a:gsLst>
            <a:lin ang="5400000" scaled="0"/>
          </a:gra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Daftar Pustaka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10010418" y="5689811"/>
            <a:ext cx="1404332" cy="352301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65B151"/>
              </a:gs>
              <a:gs pos="50000">
                <a:srgbClr val="4BAD26"/>
              </a:gs>
              <a:gs pos="100000">
                <a:srgbClr val="3F9E1C"/>
              </a:gs>
            </a:gsLst>
            <a:lin ang="5400000" scaled="0"/>
          </a:gra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Akhiri Presentasi</a:t>
            </a:r>
            <a:endParaRPr b="1" sz="1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9373362" y="1506807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JUDUL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Pembahasan</a:t>
            </a:r>
            <a:endParaRPr/>
          </a:p>
        </p:txBody>
      </p:sp>
      <p:sp>
        <p:nvSpPr>
          <p:cNvPr id="115" name="Google Shape;115;p2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6" name="Google Shape;116;p2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18" name="Google Shape;118;p2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Paparan</a:t>
            </a:r>
            <a:endParaRPr/>
          </a:p>
        </p:txBody>
      </p:sp>
      <p:sp>
        <p:nvSpPr>
          <p:cNvPr id="124" name="Google Shape;124;p3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JUDUL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3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6" name="Google Shape;126;p3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28" name="Google Shape;128;p3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Pembahasan</a:t>
            </a:r>
            <a:endParaRPr/>
          </a:p>
        </p:txBody>
      </p:sp>
      <p:sp>
        <p:nvSpPr>
          <p:cNvPr id="134" name="Google Shape;134;p4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JUDUL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4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6" name="Google Shape;136;p4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38" name="Google Shape;138;p4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Pembahasan</a:t>
            </a:r>
            <a:endParaRPr/>
          </a:p>
        </p:txBody>
      </p:sp>
      <p:sp>
        <p:nvSpPr>
          <p:cNvPr id="144" name="Google Shape;144;p5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JUDUL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5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6" name="Google Shape;146;p5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48" name="Google Shape;148;p5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Pembahasan</a:t>
            </a:r>
            <a:endParaRPr/>
          </a:p>
        </p:txBody>
      </p:sp>
      <p:sp>
        <p:nvSpPr>
          <p:cNvPr id="154" name="Google Shape;154;p6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JUDUL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6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6" name="Google Shape;156;p6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58" name="Google Shape;158;p6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Pembahasan</a:t>
            </a:r>
            <a:endParaRPr/>
          </a:p>
        </p:txBody>
      </p:sp>
      <p:sp>
        <p:nvSpPr>
          <p:cNvPr id="164" name="Google Shape;164;p7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JUDUL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7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6" name="Google Shape;166;p7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68" name="Google Shape;168;p7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Pembahasan</a:t>
            </a:r>
            <a:endParaRPr/>
          </a:p>
        </p:txBody>
      </p:sp>
      <p:sp>
        <p:nvSpPr>
          <p:cNvPr id="174" name="Google Shape;174;p8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JUDUL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8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6" name="Google Shape;176;p8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78" name="Google Shape;178;p8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Pembahasan</a:t>
            </a:r>
            <a:endParaRPr/>
          </a:p>
        </p:txBody>
      </p:sp>
      <p:sp>
        <p:nvSpPr>
          <p:cNvPr id="184" name="Google Shape;184;p9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JUDUL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9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6" name="Google Shape;186;p9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88" name="Google Shape;188;p9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Pembahasan</a:t>
            </a:r>
            <a:endParaRPr/>
          </a:p>
        </p:txBody>
      </p:sp>
      <p:sp>
        <p:nvSpPr>
          <p:cNvPr id="194" name="Google Shape;194;p10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JUDUL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10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6" name="Google Shape;196;p10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98" name="Google Shape;198;p10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 txBox="1"/>
          <p:nvPr>
            <p:ph type="title"/>
          </p:nvPr>
        </p:nvSpPr>
        <p:spPr>
          <a:xfrm>
            <a:off x="1791854" y="500062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DAFTAR PUSTAKA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11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Pembahasan</a:t>
            </a:r>
            <a:endParaRPr/>
          </a:p>
        </p:txBody>
      </p:sp>
      <p:sp>
        <p:nvSpPr>
          <p:cNvPr id="205" name="Google Shape;205;p11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6" name="Google Shape;206;p11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/>
        </p:nvSpPr>
        <p:spPr>
          <a:xfrm>
            <a:off x="3932553" y="2355793"/>
            <a:ext cx="5421746" cy="189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TERIMA</a:t>
            </a:r>
            <a:endParaRPr/>
          </a:p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KASIH</a:t>
            </a:r>
            <a:endParaRPr b="1" sz="7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3932553" y="4249068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0010418" y="5689811"/>
            <a:ext cx="1404332" cy="352301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65B151"/>
              </a:gs>
              <a:gs pos="50000">
                <a:srgbClr val="4BAD26"/>
              </a:gs>
              <a:gs pos="100000">
                <a:srgbClr val="3F9E1C"/>
              </a:gs>
            </a:gsLst>
            <a:lin ang="5400000" scaled="0"/>
          </a:gra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Akhiri Presentasi</a:t>
            </a:r>
            <a:endParaRPr b="1" sz="1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2025-08-22T02:44:46Z</dcterms:created>
  <dc:creator>PBA EL 1</dc:creator>
</cp:coreProperties>
</file>